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21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219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ユーザー設定</PresentationFormat>
  <Paragraphs>15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集 鈴木</cp:lastModifiedBy>
  <cp:revision>2</cp:revision>
  <dcterms:created xsi:type="dcterms:W3CDTF">2026-04-19T11:51:40Z</dcterms:created>
  <dcterms:modified xsi:type="dcterms:W3CDTF">2026-04-19T11:53:00Z</dcterms:modified>
</cp:coreProperties>
</file>